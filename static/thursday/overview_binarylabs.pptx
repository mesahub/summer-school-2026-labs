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71993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A000"/>
    <a:srgbClr val="CE281E"/>
    <a:srgbClr val="6B850C"/>
    <a:srgbClr val="2097C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/>
    <p:restoredTop sz="94658"/>
  </p:normalViewPr>
  <p:slideViewPr>
    <p:cSldViewPr snapToGrid="0">
      <p:cViewPr varScale="1">
        <p:scale>
          <a:sx n="57" d="100"/>
          <a:sy n="57" d="100"/>
        </p:scale>
        <p:origin x="39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9D2CB-1D3A-B541-8456-75685EEE6F33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57475" y="1143000"/>
            <a:ext cx="1543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34F7B-A59D-4543-B8F8-370C4378A0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85347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1pPr>
    <a:lvl2pPr marL="944209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2pPr>
    <a:lvl3pPr marL="1888419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3pPr>
    <a:lvl4pPr marL="2832628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4pPr>
    <a:lvl5pPr marL="3776838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5pPr>
    <a:lvl6pPr marL="4721047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6pPr>
    <a:lvl7pPr marL="5665257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7pPr>
    <a:lvl8pPr marL="6609466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8pPr>
    <a:lvl9pPr marL="7553676" algn="l" defTabSz="1888419" rtl="0" eaLnBrk="1" latinLnBrk="0" hangingPunct="1">
      <a:defRPr sz="247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34F7B-A59D-4543-B8F8-370C4378A029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1937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2356703"/>
            <a:ext cx="6119416" cy="501340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7563446"/>
            <a:ext cx="5399485" cy="347671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21211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627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3590057"/>
            <a:ext cx="6209407" cy="599008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9636813"/>
            <a:ext cx="6209407" cy="3150046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5428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3833390"/>
            <a:ext cx="3059708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3833390"/>
            <a:ext cx="3059708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463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766681"/>
            <a:ext cx="6209407" cy="27833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3530053"/>
            <a:ext cx="3045646" cy="173002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5260078"/>
            <a:ext cx="3045646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3530053"/>
            <a:ext cx="3060646" cy="173002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5260078"/>
            <a:ext cx="3060646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7896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8766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603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960014"/>
            <a:ext cx="2321966" cy="336005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2073367"/>
            <a:ext cx="3644652" cy="10233485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320064"/>
            <a:ext cx="2321966" cy="8003453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16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960014"/>
            <a:ext cx="2321966" cy="336005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2073367"/>
            <a:ext cx="3644652" cy="10233485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320064"/>
            <a:ext cx="2321966" cy="8003453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390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977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766678"/>
            <a:ext cx="1552352" cy="122035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766678"/>
            <a:ext cx="4567064" cy="122035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1986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766681"/>
            <a:ext cx="620940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3833390"/>
            <a:ext cx="620940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3346867"/>
            <a:ext cx="1619845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68297-12AD-5845-BBB0-1931D1C3A5BA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3346867"/>
            <a:ext cx="242976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3346867"/>
            <a:ext cx="1619845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E7352-381F-7B48-AC01-EFB3BE4F3B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9324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857A27F-5305-C958-EE08-3FB2DBE41AE1}"/>
              </a:ext>
            </a:extLst>
          </p:cNvPr>
          <p:cNvGrpSpPr/>
          <p:nvPr/>
        </p:nvGrpSpPr>
        <p:grpSpPr>
          <a:xfrm>
            <a:off x="838160" y="2225979"/>
            <a:ext cx="5947569" cy="6749303"/>
            <a:chOff x="838160" y="2225979"/>
            <a:chExt cx="5947569" cy="67493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58C879C-F4FB-A4FF-6FB4-5229FE0BAD2E}"/>
                </a:ext>
              </a:extLst>
            </p:cNvPr>
            <p:cNvGrpSpPr/>
            <p:nvPr/>
          </p:nvGrpSpPr>
          <p:grpSpPr>
            <a:xfrm>
              <a:off x="5053276" y="2942956"/>
              <a:ext cx="1470407" cy="3588870"/>
              <a:chOff x="4545788" y="2908851"/>
              <a:chExt cx="2331202" cy="5689840"/>
            </a:xfrm>
          </p:grpSpPr>
          <p:pic>
            <p:nvPicPr>
              <p:cNvPr id="7" name="Picture 6" descr="A screenshot of a cell division&#10;&#10;AI-generated content may be incorrect.">
                <a:extLst>
                  <a:ext uri="{FF2B5EF4-FFF2-40B4-BE49-F238E27FC236}">
                    <a16:creationId xmlns:a16="http://schemas.microsoft.com/office/drawing/2014/main" id="{7E26F8D3-438B-C9DC-19D6-61B10E3421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3759" r="10784" b="2584"/>
              <a:stretch>
                <a:fillRect/>
              </a:stretch>
            </p:blipFill>
            <p:spPr>
              <a:xfrm>
                <a:off x="4545788" y="2908851"/>
                <a:ext cx="2331202" cy="5689840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BAC114A-3AA6-D7A3-9735-EDFBCE41327B}"/>
                  </a:ext>
                </a:extLst>
              </p:cNvPr>
              <p:cNvSpPr/>
              <p:nvPr/>
            </p:nvSpPr>
            <p:spPr>
              <a:xfrm>
                <a:off x="4545788" y="6522412"/>
                <a:ext cx="396785" cy="2345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31CA0E-FA2B-31D4-A5F0-368DADA3AFC5}"/>
                  </a:ext>
                </a:extLst>
              </p:cNvPr>
              <p:cNvSpPr/>
              <p:nvPr/>
            </p:nvSpPr>
            <p:spPr>
              <a:xfrm>
                <a:off x="4545788" y="5420381"/>
                <a:ext cx="435285" cy="186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9142DFC-4C06-3BCB-7883-1E5F69ECC272}"/>
                  </a:ext>
                </a:extLst>
              </p:cNvPr>
              <p:cNvSpPr/>
              <p:nvPr/>
            </p:nvSpPr>
            <p:spPr>
              <a:xfrm>
                <a:off x="4548449" y="7264483"/>
                <a:ext cx="214981" cy="186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71308D-8642-5A22-7345-C45D395C7B65}"/>
                </a:ext>
              </a:extLst>
            </p:cNvPr>
            <p:cNvGrpSpPr/>
            <p:nvPr/>
          </p:nvGrpSpPr>
          <p:grpSpPr>
            <a:xfrm>
              <a:off x="1272961" y="2787438"/>
              <a:ext cx="3600450" cy="6117083"/>
              <a:chOff x="419535" y="2504591"/>
              <a:chExt cx="3600450" cy="611708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23FEC38C-677A-6529-AD44-DC90FAB9FB14}"/>
                  </a:ext>
                </a:extLst>
              </p:cNvPr>
              <p:cNvGrpSpPr/>
              <p:nvPr/>
            </p:nvGrpSpPr>
            <p:grpSpPr>
              <a:xfrm>
                <a:off x="438842" y="2504591"/>
                <a:ext cx="2679294" cy="2964225"/>
                <a:chOff x="438842" y="2504591"/>
                <a:chExt cx="2679294" cy="2964225"/>
              </a:xfrm>
            </p:grpSpPr>
            <p:pic>
              <p:nvPicPr>
                <p:cNvPr id="5" name="Picture 4" descr="A diagram of a cell division&#10;&#10;AI-generated content may be incorrect.">
                  <a:extLst>
                    <a:ext uri="{FF2B5EF4-FFF2-40B4-BE49-F238E27FC236}">
                      <a16:creationId xmlns:a16="http://schemas.microsoft.com/office/drawing/2014/main" id="{7BE9995A-4559-FAEC-3F31-56963183E7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r="25584" b="55878"/>
                <a:stretch>
                  <a:fillRect/>
                </a:stretch>
              </p:blipFill>
              <p:spPr>
                <a:xfrm>
                  <a:off x="438842" y="2504591"/>
                  <a:ext cx="2679294" cy="2964225"/>
                </a:xfrm>
                <a:prstGeom prst="rect">
                  <a:avLst/>
                </a:prstGeom>
              </p:spPr>
            </p:pic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67140C6C-78D8-C738-03CE-79B4A96F32AB}"/>
                    </a:ext>
                  </a:extLst>
                </p:cNvPr>
                <p:cNvSpPr/>
                <p:nvPr/>
              </p:nvSpPr>
              <p:spPr>
                <a:xfrm>
                  <a:off x="2075815" y="5282480"/>
                  <a:ext cx="180940" cy="1863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8D3FD48-1B62-86D8-55E5-14B8636A8B1F}"/>
                  </a:ext>
                </a:extLst>
              </p:cNvPr>
              <p:cNvGrpSpPr/>
              <p:nvPr/>
            </p:nvGrpSpPr>
            <p:grpSpPr>
              <a:xfrm>
                <a:off x="419535" y="5728211"/>
                <a:ext cx="3600450" cy="2893463"/>
                <a:chOff x="322323" y="5752977"/>
                <a:chExt cx="3600450" cy="2893463"/>
              </a:xfrm>
            </p:grpSpPr>
            <p:pic>
              <p:nvPicPr>
                <p:cNvPr id="8" name="Picture 7" descr="A diagram of a cell division&#10;&#10;AI-generated content may be incorrect.">
                  <a:extLst>
                    <a:ext uri="{FF2B5EF4-FFF2-40B4-BE49-F238E27FC236}">
                      <a16:creationId xmlns:a16="http://schemas.microsoft.com/office/drawing/2014/main" id="{D2616D88-58D9-A75B-239A-8D3A21CACA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57295" b="-353"/>
                <a:stretch>
                  <a:fillRect/>
                </a:stretch>
              </p:blipFill>
              <p:spPr>
                <a:xfrm>
                  <a:off x="322323" y="5753771"/>
                  <a:ext cx="3600450" cy="2892669"/>
                </a:xfrm>
                <a:prstGeom prst="rect">
                  <a:avLst/>
                </a:prstGeom>
              </p:spPr>
            </p:pic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68FE957-5D5F-248E-23BA-CF5AC7E0139A}"/>
                    </a:ext>
                  </a:extLst>
                </p:cNvPr>
                <p:cNvSpPr/>
                <p:nvPr/>
              </p:nvSpPr>
              <p:spPr>
                <a:xfrm>
                  <a:off x="3126140" y="6880206"/>
                  <a:ext cx="648647" cy="1863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F121F05-2779-0199-ABDD-3F20470C5872}"/>
                    </a:ext>
                  </a:extLst>
                </p:cNvPr>
                <p:cNvSpPr/>
                <p:nvPr/>
              </p:nvSpPr>
              <p:spPr>
                <a:xfrm>
                  <a:off x="2951009" y="7763323"/>
                  <a:ext cx="648647" cy="1863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6A38B08-F5EC-8CB9-6DFD-FB123A59C2AB}"/>
                    </a:ext>
                  </a:extLst>
                </p:cNvPr>
                <p:cNvSpPr/>
                <p:nvPr/>
              </p:nvSpPr>
              <p:spPr>
                <a:xfrm>
                  <a:off x="1751492" y="5752977"/>
                  <a:ext cx="648647" cy="1863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</p:grp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82AFE2C-271E-2195-1B6C-630338A70F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755" y="5375251"/>
                <a:ext cx="240596" cy="375763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1D49DA3-424A-4F4B-B9DB-7F21C1E9AA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78489" y="5375251"/>
                <a:ext cx="240596" cy="375763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A544A2-A699-97A9-58B7-BDCF32CE2B71}"/>
                </a:ext>
              </a:extLst>
            </p:cNvPr>
            <p:cNvSpPr txBox="1"/>
            <p:nvPr/>
          </p:nvSpPr>
          <p:spPr>
            <a:xfrm>
              <a:off x="3252175" y="2225979"/>
              <a:ext cx="9257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400" dirty="0">
                  <a:solidFill>
                    <a:srgbClr val="6B850C"/>
                  </a:solidFill>
                </a:rPr>
                <a:t>Lab 1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2EAF2A3-F607-CAB7-B05E-BCB8BE1766D4}"/>
                </a:ext>
              </a:extLst>
            </p:cNvPr>
            <p:cNvSpPr/>
            <p:nvPr/>
          </p:nvSpPr>
          <p:spPr>
            <a:xfrm>
              <a:off x="948933" y="2625511"/>
              <a:ext cx="3469386" cy="2015645"/>
            </a:xfrm>
            <a:prstGeom prst="roundRect">
              <a:avLst/>
            </a:prstGeom>
            <a:noFill/>
            <a:ln w="44450">
              <a:solidFill>
                <a:srgbClr val="6B85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6B0F1AD7-D7B9-0AC7-22E7-44134D8D8CC5}"/>
                </a:ext>
              </a:extLst>
            </p:cNvPr>
            <p:cNvSpPr/>
            <p:nvPr/>
          </p:nvSpPr>
          <p:spPr>
            <a:xfrm>
              <a:off x="4793188" y="2787438"/>
              <a:ext cx="1992541" cy="2862899"/>
            </a:xfrm>
            <a:prstGeom prst="roundRect">
              <a:avLst/>
            </a:prstGeom>
            <a:noFill/>
            <a:ln w="44450">
              <a:solidFill>
                <a:srgbClr val="F4A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4CBF0B64-DA06-5363-7A05-F03207F473AA}"/>
                </a:ext>
              </a:extLst>
            </p:cNvPr>
            <p:cNvSpPr/>
            <p:nvPr/>
          </p:nvSpPr>
          <p:spPr>
            <a:xfrm>
              <a:off x="838160" y="5812265"/>
              <a:ext cx="4256354" cy="3163017"/>
            </a:xfrm>
            <a:prstGeom prst="roundRect">
              <a:avLst/>
            </a:prstGeom>
            <a:noFill/>
            <a:ln w="44450">
              <a:solidFill>
                <a:srgbClr val="CE28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7C8BA2-7C69-AB16-F2ED-79D1FC576503}"/>
                </a:ext>
              </a:extLst>
            </p:cNvPr>
            <p:cNvSpPr txBox="1"/>
            <p:nvPr/>
          </p:nvSpPr>
          <p:spPr>
            <a:xfrm>
              <a:off x="3867485" y="5427265"/>
              <a:ext cx="9065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400" dirty="0">
                  <a:solidFill>
                    <a:srgbClr val="CE281E"/>
                  </a:solidFill>
                </a:rPr>
                <a:t>Lab 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AD1D29-CFBC-DE95-7F9D-5A457EA2E443}"/>
                </a:ext>
              </a:extLst>
            </p:cNvPr>
            <p:cNvSpPr txBox="1"/>
            <p:nvPr/>
          </p:nvSpPr>
          <p:spPr>
            <a:xfrm>
              <a:off x="5813513" y="2394677"/>
              <a:ext cx="9257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400" dirty="0">
                  <a:solidFill>
                    <a:srgbClr val="F4A000"/>
                  </a:solidFill>
                </a:rPr>
                <a:t>Lab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58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7</Words>
  <Application>Microsoft Macintosh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Son, A.A.C. van (Lieke)</dc:creator>
  <cp:lastModifiedBy>Son, A.A.C. van (Lieke)</cp:lastModifiedBy>
  <cp:revision>3</cp:revision>
  <dcterms:created xsi:type="dcterms:W3CDTF">2026-05-14T09:27:01Z</dcterms:created>
  <dcterms:modified xsi:type="dcterms:W3CDTF">2026-05-18T10:26:19Z</dcterms:modified>
</cp:coreProperties>
</file>